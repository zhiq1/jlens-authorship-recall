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80" r:id="rId32"/>
    <p:sldId id="278" r:id="rId30"/>
    <p:sldId id="279" r:id="rId31"/>
    <p:sldId id="282" r:id="rId34"/>
    <p:sldId id="261" r:id="rId13"/>
    <p:sldId id="262" r:id="rId14"/>
    <p:sldId id="269" r:id="rId21"/>
    <p:sldId id="281" r:id="rId33"/>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re-checked with author-team folds and with papers whose prompt title the probe saw in training removed, about 0.05 at L24 rising to 0.08 at L56, and 0.04 to 0.08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gives a similar signal (the earlier even-stronger result came from a leak: the same donor title in training and test).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target advantage just the R1 papers? Target pools R0 papers, where the open answer named no true author, and R1 papers, where it named a few; 11 percent of target papers are R1 but only 1.5 percent of controls. Left: three views of target minus control within citation bins. R0 only (groups A versus B, the Stage 1 to 9 comparison) gives +0.199 at the output against +0.207 pooled, and the curve has the same shape. R1 target papers against R0 controls give +0.37: they know their papers better, but they also only pull ahead after L52. Control R1 has only 34 papers, so it is described, not tested. Right: Stage 11 patching by recall level; R1 targets (36 papers) recover a little later but are complete by L52. The title-position probe gives the same picture: R0 view +0.02 to +0.04. Conclusion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R1 papers the open answer got some authors right and missed others. The label package only counts matches, so we rebuilt which authors matched; the rebuilt count equals the package count for 99.3 percent of R1 papers. In 495 papers with both kinds, the authors the model wrote correctly carry more title-specific signal at the output, +0.20, and the same holds without first authors. But the difference is zero up to L52 and grows from L54: even for authors the model actually produces, the paper-specific signal appears only in the last layers. They are also somewhat easier to guess without a title, +0.10.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lenses: all 9,108 papers · probe: re-checked, 1,395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0.05 -&gt;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+0.04-0.08</a:t>
            </a:r>
          </a:p>
          <a:p>
            <a:pPr algn="l">
              <a:spcAft>
                <a:spcPts val="900"/>
              </a:spcAft>
            </a:pPr>
            <a:r>
              <a:rPr sz="1800" b="0">
                <a:solidFill>
                  <a:srgbClr val="2B2D42"/>
                </a:solidFill>
                <a:latin typeface="Patrick Hand"/>
              </a:rPr>
              <a:t>re-checked: team folds, title reuse removed</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re-checked: author-team folds, title reuse removed</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Is it just the R1 papers? No.</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R0 = no true author written · R1 = a few written · A/B/C/D = target/control x R0/R1</a:t>
            </a:r>
          </a:p>
        </p:txBody>
      </p:sp>
      <p:pic>
        <p:nvPicPr>
          <p:cNvPr id="5" name="Picture 4" descr="c17_r0_r1.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40233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1">
                <a:solidFill>
                  <a:srgbClr val="E07A2F"/>
                </a:solidFill>
                <a:latin typeface="Patrick Hand"/>
              </a:rPr>
              <a:t>R0 only (A - B):</a:t>
            </a:r>
          </a:p>
          <a:p>
            <a:pPr algn="l">
              <a:spcAft>
                <a:spcPts val="900"/>
              </a:spcAft>
            </a:pPr>
            <a:r>
              <a:rPr sz="1700" b="0">
                <a:solidFill>
                  <a:srgbClr val="2B2D42"/>
                </a:solidFill>
                <a:latin typeface="Patrick Hand"/>
              </a:rPr>
              <a:t>output +0.199 vs +0.207, same shape</a:t>
            </a:r>
          </a:p>
          <a:p>
            <a:pPr algn="l">
              <a:spcAft>
                <a:spcPts val="900"/>
              </a:spcAft>
            </a:pPr>
            <a:r>
              <a:rPr sz="1700" b="1">
                <a:solidFill>
                  <a:srgbClr val="8A4FA3"/>
                </a:solidFill>
                <a:latin typeface="Patrick Hand"/>
              </a:rPr>
              <a:t>R1 (C - B):</a:t>
            </a:r>
            <a:r>
              <a:rPr sz="1700" b="0">
                <a:solidFill>
                  <a:srgbClr val="2B2D42"/>
                </a:solidFill>
                <a:latin typeface="Patrick Hand"/>
              </a:rPr>
              <a:t> +0.37, also late</a:t>
            </a:r>
          </a:p>
          <a:p>
            <a:pPr algn="l">
              <a:spcAft>
                <a:spcPts val="900"/>
              </a:spcAft>
            </a:pPr>
            <a:r>
              <a:rPr sz="1700" b="0">
                <a:solidFill>
                  <a:srgbClr val="2B2D42"/>
                </a:solidFill>
                <a:latin typeface="Patrick Hand"/>
              </a:rPr>
              <a:t>C - A within target: +0.11, from L56</a:t>
            </a:r>
          </a:p>
          <a:p>
            <a:pPr algn="l">
              <a:spcAft>
                <a:spcPts val="900"/>
              </a:spcAft>
            </a:pPr>
            <a:r>
              <a:rPr sz="1700" b="1">
                <a:solidFill>
                  <a:srgbClr val="2B2D42"/>
                </a:solidFill>
                <a:latin typeface="Patrick Hand"/>
              </a:rPr>
              <a:t>patching:</a:t>
            </a:r>
            <a:r>
              <a:rPr sz="1700" b="0">
                <a:solidFill>
                  <a:srgbClr val="2B2D42"/>
                </a:solidFill>
                <a:latin typeface="Patrick Hand"/>
              </a:rPr>
              <a:t> R1 a bit later, done by L52</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Authors it wrote vs authors it missed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inside 495 R1 papers · paired within paper · 95% CI</a:t>
            </a:r>
          </a:p>
        </p:txBody>
      </p:sp>
      <p:pic>
        <p:nvPicPr>
          <p:cNvPr id="5" name="Picture 4" descr="c18_r1_authors.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6576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written - missed, output: </a:t>
            </a:r>
            <a:r>
              <a:rPr sz="1800" b="1">
                <a:solidFill>
                  <a:srgbClr val="E07A2F"/>
                </a:solidFill>
                <a:latin typeface="Patrick Hand"/>
              </a:rPr>
              <a:t>+0.20</a:t>
            </a:r>
          </a:p>
          <a:p>
            <a:pPr algn="l">
              <a:spcAft>
                <a:spcPts val="900"/>
              </a:spcAft>
            </a:pPr>
            <a:r>
              <a:rPr sz="1800" b="0">
                <a:solidFill>
                  <a:srgbClr val="2B2D42"/>
                </a:solidFill>
                <a:latin typeface="Patrick Hand"/>
              </a:rPr>
              <a:t>~0 up to L52, grows from </a:t>
            </a:r>
            <a:r>
              <a:rPr sz="1800" b="1">
                <a:solidFill>
                  <a:srgbClr val="2B2D42"/>
                </a:solidFill>
                <a:latin typeface="Patrick Hand"/>
              </a:rPr>
              <a:t>L54</a:t>
            </a:r>
          </a:p>
          <a:p>
            <a:pPr algn="l">
              <a:spcAft>
                <a:spcPts val="900"/>
              </a:spcAft>
            </a:pPr>
            <a:r>
              <a:rPr sz="1800" b="0">
                <a:solidFill>
                  <a:srgbClr val="2B2D42"/>
                </a:solidFill>
                <a:latin typeface="Patrick Hand"/>
              </a:rPr>
              <a:t>no title (prior): +0.10</a:t>
            </a:r>
          </a:p>
          <a:p>
            <a:pPr algn="l">
              <a:spcAft>
                <a:spcPts val="900"/>
              </a:spcAft>
            </a:pPr>
            <a:r>
              <a:rPr sz="1800" b="0">
                <a:solidFill>
                  <a:srgbClr val="2B2D42"/>
                </a:solidFill>
                <a:latin typeface="Patrick Hand"/>
              </a:rPr>
              <a:t>same without first authors</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